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6B2E4E-8C4C-9272-6112-24B2D0DE9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10BE485-B7E7-0A40-5FF3-AD671BFD9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1F07A38-2C88-425D-1E8E-FBEFB7C46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2253-BBB7-4B79-BA99-3A2583E1B15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20FF0BC-E9FA-D420-646F-03BC4707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6669362-703A-2B25-AB8A-E393F9094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7629-38AA-48CD-8DB6-397EEF5FDE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1275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3BC817-74C9-47C7-E988-42B0BBD5C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E8FA10A-ACBA-7771-B103-B411315F6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3FEAF0A-56A7-4CB3-23FB-C98732AEE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2253-BBB7-4B79-BA99-3A2583E1B15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9C50BE8-E446-AB88-4499-90ACD9369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2608C1F-26DD-7933-FE96-CA2A5C215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7629-38AA-48CD-8DB6-397EEF5FDE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2004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F417E1-4FDB-638C-C7C9-F69991EB4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DFA9901-98C7-3C1C-8B40-07CAD155F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A529B4B-F782-A093-1A57-C67A2C60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2253-BBB7-4B79-BA99-3A2583E1B15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F92DEDB-758F-D234-EA99-1F517EA72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27DD9EA-3C63-89AF-6A05-7C42B23F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7629-38AA-48CD-8DB6-397EEF5FDE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7353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58DC4E-A29D-7E58-258C-6763A709D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D945FA-2AD4-67A0-956A-606128F08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5A9E192-67AE-386C-CA29-9E613B968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1DEF1B1-9BE2-2989-42BC-005C4182A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2253-BBB7-4B79-BA99-3A2583E1B15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14FA92D-C718-B1BD-CC3B-3D54D966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4BA61AE-D314-692C-9FF3-AD0B57698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7629-38AA-48CD-8DB6-397EEF5FDE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5195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AADC7E-29B7-9C1D-8A3D-D8CB0CCD9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962A1CA-A8BF-B940-7AF5-A2F949130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C403501-0606-C3D8-6D99-926C8D617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AB3FB29E-11C2-A851-2206-1AE1DDED5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F47EB82-8222-5984-32C1-F0DE40A6A9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0E8302CF-0BB1-28D7-1D05-0E6EB3B54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2253-BBB7-4B79-BA99-3A2583E1B15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17D9D27-61F2-A88A-6036-549D0BDE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81EBCDC-E8DD-F4C4-0EE6-07D820488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7629-38AA-48CD-8DB6-397EEF5FDE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9937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3CDE4D-8254-CE4C-43BA-BA267D692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50A871A-9E48-581B-7E21-8E040912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2253-BBB7-4B79-BA99-3A2583E1B15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486AD9E3-D1A5-57FA-7647-1290656E4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B4CB83A-8F13-6EEE-BF41-A3100965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7629-38AA-48CD-8DB6-397EEF5FDE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361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A7ABA4A-7A30-2D49-6432-A5907F770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2253-BBB7-4B79-BA99-3A2583E1B15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200E634-4E6A-D90D-5523-AD9D5ABA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24C1B14-2A78-90EB-8CEA-B9577A378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7629-38AA-48CD-8DB6-397EEF5FDE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812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0BDBFA-996F-21C5-D2F5-323D2FFD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DE81023-86A5-2261-F624-EA4A469B1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DFB7693-F2BE-6A22-616B-341FDF11C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1C1077A-A51D-B1E1-730E-09AC061AD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2253-BBB7-4B79-BA99-3A2583E1B15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3AA8316-9A44-7BF0-878C-1A92FD116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3633BE3-1723-1D77-7B07-69136D6B0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7629-38AA-48CD-8DB6-397EEF5FDE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8801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0D4C1D-B34F-7B1B-C937-F36E7B84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146FEB28-DBE0-5682-B454-3FC20E4F8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1251AA1-73C8-E919-949B-92A020E72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A946F91-155A-1BC1-BA72-F1467CA83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2253-BBB7-4B79-BA99-3A2583E1B15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6D8E08A-FC82-E33C-FB40-963A26F0E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6732677-2AD6-A8C3-366D-1570E7C48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7629-38AA-48CD-8DB6-397EEF5FDE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0121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E0D009-83BC-ECB3-F290-E4C7B43C8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1C70DC5-7903-4E90-B1A4-3AC034BDA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96FC7FD-BFD1-7F3F-D2F0-E41BBD913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2253-BBB7-4B79-BA99-3A2583E1B15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9A4806E-C257-C5CC-6A90-08908E4F7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E8B3D72-7CD6-E993-A058-7E7431F16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7629-38AA-48CD-8DB6-397EEF5FDE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738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B74F8BD9-60F0-84CE-18BC-5A99A1F6A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4ADCC4D-7792-0CB6-A707-FB358E5A5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90AA06A-B87B-6572-F9D4-21D34FC1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2253-BBB7-4B79-BA99-3A2583E1B15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64B28F7-5C13-C26D-8512-044C9E1D3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AE2D736-8F8E-E204-78AA-1A8E3475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27629-38AA-48CD-8DB6-397EEF5FDE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1390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99B5903-D6C1-DA8E-9EDA-46A725751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5187029-7FA2-87F7-F004-8CC26F9DA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B187BA1-FFE1-7EB7-D656-D76E7F560D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5A2253-BBB7-4B79-BA99-3A2583E1B15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CE3C49B-90E2-8400-ECB4-145C2E1B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2AB72DC-C2ED-E6F9-D043-D38BFAE92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727629-38AA-48CD-8DB6-397EEF5FDE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73645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13000">
              <a:schemeClr val="accent1"/>
            </a:gs>
            <a:gs pos="30000">
              <a:schemeClr val="accent1">
                <a:lumMod val="75000"/>
              </a:schemeClr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3ACD61-9737-42CD-40DC-5304B9031F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noProof="0" dirty="0">
                <a:solidFill>
                  <a:schemeClr val="bg1"/>
                </a:solidFill>
              </a:rPr>
              <a:t>Tik-Tak-</a:t>
            </a:r>
            <a:r>
              <a:rPr lang="hu-HU" noProof="0" dirty="0" err="1">
                <a:solidFill>
                  <a:schemeClr val="bg1"/>
                </a:solidFill>
              </a:rPr>
              <a:t>Toe</a:t>
            </a:r>
            <a:endParaRPr lang="hu-HU" noProof="0" dirty="0">
              <a:solidFill>
                <a:schemeClr val="bg1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AA28EA7-E239-A258-6DB1-2662BD0598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noProof="0" dirty="0">
                <a:solidFill>
                  <a:schemeClr val="bg1"/>
                </a:solidFill>
              </a:rPr>
              <a:t>Készítette: Balogh Dávid (HP</a:t>
            </a:r>
            <a:r>
              <a:rPr lang="en-GB" noProof="0" dirty="0">
                <a:solidFill>
                  <a:schemeClr val="bg1"/>
                </a:solidFill>
              </a:rPr>
              <a:t>Q</a:t>
            </a:r>
            <a:r>
              <a:rPr lang="hu-HU" noProof="0" dirty="0">
                <a:solidFill>
                  <a:schemeClr val="bg1"/>
                </a:solidFill>
              </a:rPr>
              <a:t>9EO)</a:t>
            </a:r>
          </a:p>
        </p:txBody>
      </p:sp>
    </p:spTree>
    <p:extLst>
      <p:ext uri="{BB962C8B-B14F-4D97-AF65-F5344CB8AC3E}">
        <p14:creationId xmlns:p14="http://schemas.microsoft.com/office/powerpoint/2010/main" val="2872256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13000">
              <a:schemeClr val="accent1"/>
            </a:gs>
            <a:gs pos="30000">
              <a:schemeClr val="accent1">
                <a:lumMod val="75000"/>
              </a:schemeClr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9DECC3-217E-FB1D-553A-557325BA5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7B8E572-D124-3E94-9FB5-C1D119F7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 dirty="0">
                <a:solidFill>
                  <a:schemeClr val="bg1"/>
                </a:solidFill>
              </a:rPr>
              <a:t>Projekt bemutatás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4E5A7477-EF05-D025-7CA3-74C6D5E4F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229" y="1690688"/>
            <a:ext cx="2242429" cy="2560299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B8C96E6D-396A-51F3-58C8-FFB6E9948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167" y="1406567"/>
            <a:ext cx="1752916" cy="3891263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BA28D16-687E-7A36-7B44-5F2A5FAE71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36"/>
          <a:stretch>
            <a:fillRect/>
          </a:stretch>
        </p:blipFill>
        <p:spPr>
          <a:xfrm>
            <a:off x="1790965" y="3753804"/>
            <a:ext cx="2242800" cy="2560299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CB6B5AD6-DAF1-08F3-B9C1-997754411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274" y="2833040"/>
            <a:ext cx="1753200" cy="3904142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C02F68CB-F9E2-6519-3183-166E474C7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8912" y="1207865"/>
            <a:ext cx="2443726" cy="2513911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AA8BF0FB-3C69-9A00-BD3E-D8362400DF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74" r="1"/>
          <a:stretch>
            <a:fillRect/>
          </a:stretch>
        </p:blipFill>
        <p:spPr>
          <a:xfrm>
            <a:off x="9413303" y="3429000"/>
            <a:ext cx="2444400" cy="248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1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0000"/>
                <a:lumOff val="40000"/>
              </a:schemeClr>
            </a:gs>
            <a:gs pos="13000">
              <a:schemeClr val="accent1"/>
            </a:gs>
            <a:gs pos="30000">
              <a:schemeClr val="accent1">
                <a:lumMod val="75000"/>
              </a:schemeClr>
            </a:gs>
            <a:gs pos="100000">
              <a:schemeClr val="tx1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5D2670-6B36-C5E9-8382-8F7A0D720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>
                <a:solidFill>
                  <a:schemeClr val="bg1"/>
                </a:solidFill>
              </a:rPr>
              <a:t>Szerkezet</a:t>
            </a:r>
            <a:endParaRPr lang="hu-HU" noProof="0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A0A3304-F2BA-261D-3CBE-B90A21CF2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 anchor="ctr" anchorCtr="0"/>
          <a:lstStyle/>
          <a:p>
            <a:r>
              <a:rPr lang="hu-HU" noProof="0" dirty="0">
                <a:solidFill>
                  <a:schemeClr val="bg1"/>
                </a:solidFill>
              </a:rPr>
              <a:t>Külön oldalak</a:t>
            </a:r>
          </a:p>
          <a:p>
            <a:r>
              <a:rPr lang="hu-HU" dirty="0">
                <a:solidFill>
                  <a:schemeClr val="bg1"/>
                </a:solidFill>
              </a:rPr>
              <a:t>Téma mappa</a:t>
            </a:r>
          </a:p>
          <a:p>
            <a:r>
              <a:rPr lang="hu-HU" noProof="0" dirty="0" err="1">
                <a:solidFill>
                  <a:schemeClr val="bg1"/>
                </a:solidFill>
              </a:rPr>
              <a:t>Enum</a:t>
            </a:r>
            <a:r>
              <a:rPr lang="hu-HU" dirty="0">
                <a:solidFill>
                  <a:schemeClr val="bg1"/>
                </a:solidFill>
              </a:rPr>
              <a:t> az alakzatok tárolásához</a:t>
            </a:r>
          </a:p>
          <a:p>
            <a:r>
              <a:rPr lang="hu-HU" noProof="0" dirty="0">
                <a:solidFill>
                  <a:schemeClr val="bg1"/>
                </a:solidFill>
              </a:rPr>
              <a:t>Felhasználói beállítások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A1AF80D7-B729-8D44-CDE1-8CDE950B3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496" y="830734"/>
            <a:ext cx="4623304" cy="552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13000">
              <a:schemeClr val="accent1"/>
            </a:gs>
            <a:gs pos="30000">
              <a:schemeClr val="accent1">
                <a:lumMod val="75000"/>
              </a:schemeClr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4712ED-FB82-BE20-878B-88BA0C0F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0DD07FCA-0753-BE7D-6506-951924DF1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noProof="0" dirty="0">
                <a:solidFill>
                  <a:schemeClr val="bg1"/>
                </a:solidFill>
              </a:rPr>
              <a:t>Fejlesztési lehetőségek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AF3B06E-FA9D-31CE-0C92-E37A53EA1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noProof="0" dirty="0">
                <a:solidFill>
                  <a:schemeClr val="bg1"/>
                </a:solidFill>
              </a:rPr>
              <a:t>Képernyő méret és</a:t>
            </a:r>
            <a:r>
              <a:rPr lang="hu-HU" dirty="0">
                <a:solidFill>
                  <a:schemeClr val="bg1"/>
                </a:solidFill>
              </a:rPr>
              <a:t> nagyítás alapján állítani a minimum ablakméretet</a:t>
            </a:r>
          </a:p>
          <a:p>
            <a:r>
              <a:rPr lang="hu-HU" noProof="0" dirty="0">
                <a:solidFill>
                  <a:schemeClr val="bg1"/>
                </a:solidFill>
              </a:rPr>
              <a:t>Felbontáshoz alapértelmezetten</a:t>
            </a:r>
            <a:r>
              <a:rPr lang="hu-HU" dirty="0">
                <a:solidFill>
                  <a:schemeClr val="bg1"/>
                </a:solidFill>
              </a:rPr>
              <a:t> beállítani a vonalvastagságot</a:t>
            </a:r>
          </a:p>
          <a:p>
            <a:r>
              <a:rPr lang="hu-HU" dirty="0">
                <a:solidFill>
                  <a:schemeClr val="bg1"/>
                </a:solidFill>
              </a:rPr>
              <a:t>Számítógép választási logikájának fejlesztése</a:t>
            </a:r>
          </a:p>
          <a:p>
            <a:r>
              <a:rPr lang="hu-HU" noProof="0" dirty="0">
                <a:solidFill>
                  <a:schemeClr val="bg1"/>
                </a:solidFill>
              </a:rPr>
              <a:t>Enter lenyomására való bejelentkezés</a:t>
            </a:r>
          </a:p>
        </p:txBody>
      </p:sp>
    </p:spTree>
    <p:extLst>
      <p:ext uri="{BB962C8B-B14F-4D97-AF65-F5344CB8AC3E}">
        <p14:creationId xmlns:p14="http://schemas.microsoft.com/office/powerpoint/2010/main" val="4150720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13000">
              <a:schemeClr val="accent1"/>
            </a:gs>
            <a:gs pos="30000">
              <a:schemeClr val="accent1">
                <a:lumMod val="75000"/>
              </a:schemeClr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176B2D-2875-B772-10DE-22E90EE2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5A0548-DB4A-A938-02BD-873700DE94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bg1"/>
                </a:solidFill>
              </a:rPr>
              <a:t>Q&amp;A</a:t>
            </a:r>
            <a:endParaRPr lang="hu-HU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809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13000">
              <a:schemeClr val="accent1"/>
            </a:gs>
            <a:gs pos="30000">
              <a:schemeClr val="accent1">
                <a:lumMod val="75000"/>
              </a:schemeClr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5A8689-FA03-9DA8-56AC-E67A39F68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77A069-549C-9C73-AE31-79060802EC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noProof="0" dirty="0">
                <a:solidFill>
                  <a:schemeClr val="bg1"/>
                </a:solidFill>
              </a:rPr>
              <a:t>Köszönöm a figyelmet</a:t>
            </a:r>
            <a:r>
              <a:rPr lang="en-GB" noProof="0" dirty="0">
                <a:solidFill>
                  <a:schemeClr val="bg1"/>
                </a:solidFill>
              </a:rPr>
              <a:t>!</a:t>
            </a:r>
            <a:endParaRPr lang="hu-HU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884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54</Words>
  <Application>Microsoft Office PowerPoint</Application>
  <PresentationFormat>Szélesvásznú</PresentationFormat>
  <Paragraphs>15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Office-téma</vt:lpstr>
      <vt:lpstr>Tik-Tak-Toe</vt:lpstr>
      <vt:lpstr>Projekt bemutatás</vt:lpstr>
      <vt:lpstr>Szerkezet</vt:lpstr>
      <vt:lpstr>Fejlesztési lehetőségek</vt:lpstr>
      <vt:lpstr>Q&amp;A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Dávid Balogh</dc:creator>
  <cp:lastModifiedBy>Dávid Balogh</cp:lastModifiedBy>
  <cp:revision>3</cp:revision>
  <dcterms:created xsi:type="dcterms:W3CDTF">2026-04-25T16:07:37Z</dcterms:created>
  <dcterms:modified xsi:type="dcterms:W3CDTF">2026-04-28T15:49:32Z</dcterms:modified>
</cp:coreProperties>
</file>